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9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C67B-3343-9F51-9D1D-30F4E788F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C928B-35AF-A1EC-87A4-7D874C602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81B7B-5C0D-9542-2066-72C5699A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9D249-F0C8-4F44-1DEA-49B7BC2A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DE88A-8DF4-A969-4BD1-42DFDD8B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1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6528-19DE-4583-1018-B677C87C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E9F3D-21C5-ED9C-D7F8-F1B2BD8A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1A572-5798-BEB5-9C2A-9A92E69A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04D39-54E4-26C1-ECCE-DEDC99EC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6712-3072-7514-07F3-E9F0B724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5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2CD4-ED0F-8DFA-2855-FD8E7FF1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911DE-55CA-5647-3AA2-A5D742FC2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B5512-077E-3987-A9A6-28D02733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EA07-041E-DE48-1BA0-728E52EF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DE76-52EC-CFB6-CD36-905D52A9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C57F-0982-34F9-799E-38373AA2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0928-7466-9F62-5CBC-5E1C4D7D1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8ECE-AEC4-6B1F-2B8C-92DD2BCDA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4EFE5-EC2B-BEFD-EC27-A06BBC4B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23E15-FF44-1C3C-B539-A6BA27DE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EFC2E-2DBA-6FDB-C355-2EF4A896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3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0181-30E2-986E-1856-876D6D09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5E487-82CB-D8C9-A390-561D0B6D2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93F97-D741-0543-1D47-AD01F1234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7D98D-32C5-FCC0-289B-7BD305D27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469CE-967C-4263-B8EC-1DFB3FF65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7FA42-AE28-3695-E190-10B88965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DBF061-9115-0DAD-456D-6236B49E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85012-2C9B-A4DE-3A16-35029D6A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06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9CB-08C9-5F64-09AB-C38FB439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C132D-841F-1ECE-51DB-D0FC168D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6F734-B902-0E18-7DF7-06C4973B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D266F-2036-D646-B96B-94F7174F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9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8708E-49C8-488F-3ED6-9B1E3A7D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A24F3-47FC-F871-DD4B-1CDDBB84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92204-80E5-45B9-DA02-663B936A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05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C00D-6427-169A-6CE8-DB2FD42F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607AE-FAED-7350-2DD4-759ED39F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29061-7166-60E6-9710-817FD559A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B7CAF-50CE-4040-0640-E9FBC1D8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07B93-275A-E16E-6667-5B05EC3E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12DA5-ED1A-0691-38F9-8A034553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3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C742-ADF3-610B-4B01-204FAF69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E2074-AD2E-FF46-C389-398086F36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DD0D6-9BA6-6CFB-2FFC-98AD9C2EA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3B03C-B8BB-9857-3328-C444DD4D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B3B21-6094-1797-0891-FFFE84CF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97AA5-F26A-5E9D-FE43-F8385696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EEDA-F2A0-AA36-F6DC-75F6F5AE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841C2-119F-9FC3-B96D-BDD07A4DD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7064-F002-FE0C-FDBA-195C00B0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0CC2-B207-DBA4-828A-ABF8373D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9430E-FAA9-8842-6048-053A8240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0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D243D-C3E2-DB74-BA2F-A4EC47DFA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63176-5580-464A-DE36-830357C02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3C42E-79DC-8A81-1047-1453D1D6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D7C59-0CC0-61B6-2B8E-9DC0394D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CA146-B40B-565D-E7FA-FD7AA774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1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634DB-7375-8924-E617-1B081CC5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F202-90F3-37E1-65DB-C75A3E95C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03DE0-A0E8-9383-7E8B-DEBECAF7A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A772A-4D2F-6344-8AF5-EA6791EA155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ACEBD-C124-75DC-40AF-2D037CD9C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EBA6-C063-184E-3BB2-B938897A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6C98B-9159-2D4E-B3E8-5A9E17EA0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2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3C4A-522C-EDBF-F2F0-D44FE6D99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T-shirt designs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94F97-9200-4C5D-F952-AC1CEBFC9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59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74520E-BA9D-876C-68D3-913C0B819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1" y="1777065"/>
            <a:ext cx="3349447" cy="312454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07D5A15-79C8-A51B-51A7-10E5070361F0}"/>
              </a:ext>
            </a:extLst>
          </p:cNvPr>
          <p:cNvSpPr/>
          <p:nvPr/>
        </p:nvSpPr>
        <p:spPr>
          <a:xfrm>
            <a:off x="3955312" y="1700671"/>
            <a:ext cx="3593804" cy="3445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8365B-8371-F404-7AB9-E3ACD175356C}"/>
              </a:ext>
            </a:extLst>
          </p:cNvPr>
          <p:cNvSpPr txBox="1"/>
          <p:nvPr/>
        </p:nvSpPr>
        <p:spPr>
          <a:xfrm>
            <a:off x="3732028" y="5222552"/>
            <a:ext cx="4114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Inventive Block Masters</a:t>
            </a:r>
            <a:endParaRPr lang="en-US" sz="2400" dirty="0">
              <a:solidFill>
                <a:schemeClr val="accent6">
                  <a:lumMod val="50000"/>
                </a:schemeClr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76CE7-EE2D-E80E-A2A4-3CC4D61372D0}"/>
              </a:ext>
            </a:extLst>
          </p:cNvPr>
          <p:cNvSpPr txBox="1"/>
          <p:nvPr/>
        </p:nvSpPr>
        <p:spPr>
          <a:xfrm>
            <a:off x="425302" y="233916"/>
            <a:ext cx="1604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Option 1</a:t>
            </a:r>
          </a:p>
        </p:txBody>
      </p:sp>
    </p:spTree>
    <p:extLst>
      <p:ext uri="{BB962C8B-B14F-4D97-AF65-F5344CB8AC3E}">
        <p14:creationId xmlns:p14="http://schemas.microsoft.com/office/powerpoint/2010/main" val="382767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38E8-997E-8A56-4FD7-676FC832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8B2B9B-4064-2500-45C4-82798C68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1" y="1777065"/>
            <a:ext cx="3349447" cy="312454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08DA3D2-3A9D-32AE-A0A9-AC9B493D25C4}"/>
              </a:ext>
            </a:extLst>
          </p:cNvPr>
          <p:cNvSpPr/>
          <p:nvPr/>
        </p:nvSpPr>
        <p:spPr>
          <a:xfrm>
            <a:off x="3955312" y="1700671"/>
            <a:ext cx="3593804" cy="3445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B88A2-138F-CD43-8C82-5205B66EBB18}"/>
              </a:ext>
            </a:extLst>
          </p:cNvPr>
          <p:cNvSpPr txBox="1"/>
          <p:nvPr/>
        </p:nvSpPr>
        <p:spPr>
          <a:xfrm>
            <a:off x="425302" y="233916"/>
            <a:ext cx="1604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Option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93F960-F6AC-AEA2-EB94-38BBB25A91A3}"/>
              </a:ext>
            </a:extLst>
          </p:cNvPr>
          <p:cNvSpPr/>
          <p:nvPr/>
        </p:nvSpPr>
        <p:spPr>
          <a:xfrm rot="16200000">
            <a:off x="2218324" y="2596635"/>
            <a:ext cx="7092778" cy="4609948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>
                <a:gd name="adj" fmla="val 10827963"/>
              </a:avLst>
            </a:prstTxWarp>
            <a:spAutoFit/>
            <a:scene3d>
              <a:camera prst="orthographicFront">
                <a:rot lat="21299999" lon="0" rev="0"/>
              </a:camera>
              <a:lightRig rig="threePt" dir="t"/>
            </a:scene3d>
          </a:bodyPr>
          <a:lstStyle/>
          <a:p>
            <a:pPr algn="ctr"/>
            <a:r>
              <a:rPr lang="en-US" sz="5400" b="0" i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Inventive Block Masters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803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C2440E-ADC9-480F-036D-BDEE69F69F1E}"/>
              </a:ext>
            </a:extLst>
          </p:cNvPr>
          <p:cNvSpPr/>
          <p:nvPr/>
        </p:nvSpPr>
        <p:spPr>
          <a:xfrm>
            <a:off x="4377185" y="460107"/>
            <a:ext cx="25774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Andrew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9330EC-5BB9-32CB-6E52-5F6D647879DF}"/>
              </a:ext>
            </a:extLst>
          </p:cNvPr>
          <p:cNvSpPr/>
          <p:nvPr/>
        </p:nvSpPr>
        <p:spPr>
          <a:xfrm>
            <a:off x="4405507" y="1398027"/>
            <a:ext cx="25138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     B   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F82889-2581-F548-EDD1-3BABC6668E6C}"/>
              </a:ext>
            </a:extLst>
          </p:cNvPr>
          <p:cNvSpPr/>
          <p:nvPr/>
        </p:nvSpPr>
        <p:spPr>
          <a:xfrm>
            <a:off x="4303043" y="2208756"/>
            <a:ext cx="644621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n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v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e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n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t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i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v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DF4E6D-987A-8752-80B9-6CE7B9BB9D9A}"/>
              </a:ext>
            </a:extLst>
          </p:cNvPr>
          <p:cNvSpPr/>
          <p:nvPr/>
        </p:nvSpPr>
        <p:spPr>
          <a:xfrm>
            <a:off x="5290683" y="2268825"/>
            <a:ext cx="644621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l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o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c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2B9E44-1529-D16B-348E-AE40AB6B543B}"/>
              </a:ext>
            </a:extLst>
          </p:cNvPr>
          <p:cNvSpPr/>
          <p:nvPr/>
        </p:nvSpPr>
        <p:spPr>
          <a:xfrm>
            <a:off x="6228895" y="2241745"/>
            <a:ext cx="644621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a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s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t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e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r</a:t>
            </a:r>
          </a:p>
          <a:p>
            <a:pPr algn="ctr"/>
            <a:r>
              <a:rPr lang="en-US" sz="3600" b="1" dirty="0">
                <a:ln/>
                <a:solidFill>
                  <a:schemeClr val="accent4"/>
                </a:solidFill>
              </a:rPr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A503E-2CF3-F202-DA03-A2C001B46E0F}"/>
              </a:ext>
            </a:extLst>
          </p:cNvPr>
          <p:cNvSpPr txBox="1"/>
          <p:nvPr/>
        </p:nvSpPr>
        <p:spPr>
          <a:xfrm>
            <a:off x="425302" y="233916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Option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A0E80F-9B38-B99E-5F9D-365E8BF67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580" y="4536644"/>
            <a:ext cx="1549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28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39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T-shirt designs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SANTOSH BORSE</dc:creator>
  <cp:lastModifiedBy>SANTOSH BORSE</cp:lastModifiedBy>
  <cp:revision>8</cp:revision>
  <dcterms:created xsi:type="dcterms:W3CDTF">2026-01-05T03:36:26Z</dcterms:created>
  <dcterms:modified xsi:type="dcterms:W3CDTF">2026-01-05T13:57:21Z</dcterms:modified>
</cp:coreProperties>
</file>